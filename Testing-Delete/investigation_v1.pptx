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7911E8-7C51-4F37-84AD-497340CEC656}" v="60" dt="2024-08-09T11:16:30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doso, Pedro" userId="ee006439-85a0-498f-b89d-0754036c0812" providerId="ADAL" clId="{A37911E8-7C51-4F37-84AD-497340CEC656}"/>
    <pc:docChg chg="undo custSel addSld modSld">
      <pc:chgData name="Cardoso, Pedro" userId="ee006439-85a0-498f-b89d-0754036c0812" providerId="ADAL" clId="{A37911E8-7C51-4F37-84AD-497340CEC656}" dt="2024-08-09T11:39:28.834" v="1283" actId="20577"/>
      <pc:docMkLst>
        <pc:docMk/>
      </pc:docMkLst>
      <pc:sldChg chg="addSp delSp modSp new mod">
        <pc:chgData name="Cardoso, Pedro" userId="ee006439-85a0-498f-b89d-0754036c0812" providerId="ADAL" clId="{A37911E8-7C51-4F37-84AD-497340CEC656}" dt="2024-08-08T16:38:27.049" v="443" actId="14100"/>
        <pc:sldMkLst>
          <pc:docMk/>
          <pc:sldMk cId="415711276" sldId="256"/>
        </pc:sldMkLst>
        <pc:spChg chg="del">
          <ac:chgData name="Cardoso, Pedro" userId="ee006439-85a0-498f-b89d-0754036c0812" providerId="ADAL" clId="{A37911E8-7C51-4F37-84AD-497340CEC656}" dt="2024-08-08T15:37:00.731" v="1" actId="478"/>
          <ac:spMkLst>
            <pc:docMk/>
            <pc:sldMk cId="415711276" sldId="256"/>
            <ac:spMk id="2" creationId="{02F6E892-9C2B-BD65-8A16-09A6E80F3481}"/>
          </ac:spMkLst>
        </pc:spChg>
        <pc:spChg chg="del">
          <ac:chgData name="Cardoso, Pedro" userId="ee006439-85a0-498f-b89d-0754036c0812" providerId="ADAL" clId="{A37911E8-7C51-4F37-84AD-497340CEC656}" dt="2024-08-08T15:37:00.731" v="1" actId="478"/>
          <ac:spMkLst>
            <pc:docMk/>
            <pc:sldMk cId="415711276" sldId="256"/>
            <ac:spMk id="3" creationId="{F61AB5C8-A84A-FEEE-B796-F977AAF595A6}"/>
          </ac:spMkLst>
        </pc:spChg>
        <pc:spChg chg="add mod">
          <ac:chgData name="Cardoso, Pedro" userId="ee006439-85a0-498f-b89d-0754036c0812" providerId="ADAL" clId="{A37911E8-7C51-4F37-84AD-497340CEC656}" dt="2024-08-08T16:37:56.425" v="410" actId="1076"/>
          <ac:spMkLst>
            <pc:docMk/>
            <pc:sldMk cId="415711276" sldId="256"/>
            <ac:spMk id="4" creationId="{B5A2F20F-6707-7199-81CD-25CBDB76ACFE}"/>
          </ac:spMkLst>
        </pc:spChg>
        <pc:spChg chg="add">
          <ac:chgData name="Cardoso, Pedro" userId="ee006439-85a0-498f-b89d-0754036c0812" providerId="ADAL" clId="{A37911E8-7C51-4F37-84AD-497340CEC656}" dt="2024-08-08T16:38:10.277" v="411" actId="11529"/>
          <ac:spMkLst>
            <pc:docMk/>
            <pc:sldMk cId="415711276" sldId="256"/>
            <ac:spMk id="7" creationId="{72D15E56-72E6-6E7D-D262-CA2B00FC4A32}"/>
          </ac:spMkLst>
        </pc:spChg>
        <pc:spChg chg="add mod">
          <ac:chgData name="Cardoso, Pedro" userId="ee006439-85a0-498f-b89d-0754036c0812" providerId="ADAL" clId="{A37911E8-7C51-4F37-84AD-497340CEC656}" dt="2024-08-08T16:38:27.049" v="443" actId="14100"/>
          <ac:spMkLst>
            <pc:docMk/>
            <pc:sldMk cId="415711276" sldId="256"/>
            <ac:spMk id="8" creationId="{E68CD604-FED6-5988-D56B-BDF23855FE4B}"/>
          </ac:spMkLst>
        </pc:spChg>
        <pc:picChg chg="add mod">
          <ac:chgData name="Cardoso, Pedro" userId="ee006439-85a0-498f-b89d-0754036c0812" providerId="ADAL" clId="{A37911E8-7C51-4F37-84AD-497340CEC656}" dt="2024-08-08T16:37:10.634" v="381" actId="1076"/>
          <ac:picMkLst>
            <pc:docMk/>
            <pc:sldMk cId="415711276" sldId="256"/>
            <ac:picMk id="6" creationId="{76242039-785F-E524-711B-9E43C97DD348}"/>
          </ac:picMkLst>
        </pc:picChg>
      </pc:sldChg>
      <pc:sldChg chg="addSp delSp modSp new mod">
        <pc:chgData name="Cardoso, Pedro" userId="ee006439-85a0-498f-b89d-0754036c0812" providerId="ADAL" clId="{A37911E8-7C51-4F37-84AD-497340CEC656}" dt="2024-08-09T11:36:08.383" v="1060" actId="20577"/>
        <pc:sldMkLst>
          <pc:docMk/>
          <pc:sldMk cId="4020432183" sldId="257"/>
        </pc:sldMkLst>
        <pc:spChg chg="del">
          <ac:chgData name="Cardoso, Pedro" userId="ee006439-85a0-498f-b89d-0754036c0812" providerId="ADAL" clId="{A37911E8-7C51-4F37-84AD-497340CEC656}" dt="2024-08-09T10:58:54.832" v="445" actId="478"/>
          <ac:spMkLst>
            <pc:docMk/>
            <pc:sldMk cId="4020432183" sldId="257"/>
            <ac:spMk id="2" creationId="{F7D56D41-A32C-0EE8-C1AA-E2300C2BFAF2}"/>
          </ac:spMkLst>
        </pc:spChg>
        <pc:spChg chg="del">
          <ac:chgData name="Cardoso, Pedro" userId="ee006439-85a0-498f-b89d-0754036c0812" providerId="ADAL" clId="{A37911E8-7C51-4F37-84AD-497340CEC656}" dt="2024-08-09T10:58:55.181" v="446" actId="478"/>
          <ac:spMkLst>
            <pc:docMk/>
            <pc:sldMk cId="4020432183" sldId="257"/>
            <ac:spMk id="3" creationId="{002CE44C-3F60-EA04-76E7-A2777484397E}"/>
          </ac:spMkLst>
        </pc:spChg>
        <pc:spChg chg="add mod">
          <ac:chgData name="Cardoso, Pedro" userId="ee006439-85a0-498f-b89d-0754036c0812" providerId="ADAL" clId="{A37911E8-7C51-4F37-84AD-497340CEC656}" dt="2024-08-09T11:04:10.199" v="604" actId="20577"/>
          <ac:spMkLst>
            <pc:docMk/>
            <pc:sldMk cId="4020432183" sldId="257"/>
            <ac:spMk id="5" creationId="{B7E67A8E-C4EE-2E68-D094-CEDFD1BFD3E7}"/>
          </ac:spMkLst>
        </pc:spChg>
        <pc:spChg chg="add mod">
          <ac:chgData name="Cardoso, Pedro" userId="ee006439-85a0-498f-b89d-0754036c0812" providerId="ADAL" clId="{A37911E8-7C51-4F37-84AD-497340CEC656}" dt="2024-08-09T11:16:27.412" v="926"/>
          <ac:spMkLst>
            <pc:docMk/>
            <pc:sldMk cId="4020432183" sldId="257"/>
            <ac:spMk id="6" creationId="{2655FA58-0658-DE30-EE58-A759F7EEF13D}"/>
          </ac:spMkLst>
        </pc:spChg>
        <pc:spChg chg="add mod">
          <ac:chgData name="Cardoso, Pedro" userId="ee006439-85a0-498f-b89d-0754036c0812" providerId="ADAL" clId="{A37911E8-7C51-4F37-84AD-497340CEC656}" dt="2024-08-09T11:16:27.412" v="926"/>
          <ac:spMkLst>
            <pc:docMk/>
            <pc:sldMk cId="4020432183" sldId="257"/>
            <ac:spMk id="7" creationId="{355321E9-8D4A-6A3F-6A58-38C2A4A23D81}"/>
          </ac:spMkLst>
        </pc:spChg>
        <pc:spChg chg="add mod">
          <ac:chgData name="Cardoso, Pedro" userId="ee006439-85a0-498f-b89d-0754036c0812" providerId="ADAL" clId="{A37911E8-7C51-4F37-84AD-497340CEC656}" dt="2024-08-09T11:16:27.412" v="926"/>
          <ac:spMkLst>
            <pc:docMk/>
            <pc:sldMk cId="4020432183" sldId="257"/>
            <ac:spMk id="8" creationId="{D79C47EC-D2B4-47D3-2616-F4351202F5EF}"/>
          </ac:spMkLst>
        </pc:spChg>
        <pc:graphicFrameChg chg="add mod modGraphic">
          <ac:chgData name="Cardoso, Pedro" userId="ee006439-85a0-498f-b89d-0754036c0812" providerId="ADAL" clId="{A37911E8-7C51-4F37-84AD-497340CEC656}" dt="2024-08-09T11:36:08.383" v="1060" actId="20577"/>
          <ac:graphicFrameMkLst>
            <pc:docMk/>
            <pc:sldMk cId="4020432183" sldId="257"/>
            <ac:graphicFrameMk id="4" creationId="{66C6E2E5-8FCC-4CA6-092E-05ABC3F9C97F}"/>
          </ac:graphicFrameMkLst>
        </pc:graphicFrameChg>
      </pc:sldChg>
      <pc:sldChg chg="addSp modSp add mod">
        <pc:chgData name="Cardoso, Pedro" userId="ee006439-85a0-498f-b89d-0754036c0812" providerId="ADAL" clId="{A37911E8-7C51-4F37-84AD-497340CEC656}" dt="2024-08-09T11:35:11.908" v="1005" actId="20577"/>
        <pc:sldMkLst>
          <pc:docMk/>
          <pc:sldMk cId="2823083646" sldId="258"/>
        </pc:sldMkLst>
        <pc:spChg chg="add mod">
          <ac:chgData name="Cardoso, Pedro" userId="ee006439-85a0-498f-b89d-0754036c0812" providerId="ADAL" clId="{A37911E8-7C51-4F37-84AD-497340CEC656}" dt="2024-08-09T11:16:28.491" v="927"/>
          <ac:spMkLst>
            <pc:docMk/>
            <pc:sldMk cId="2823083646" sldId="258"/>
            <ac:spMk id="2" creationId="{9C25414E-08EF-96DA-2C41-F2FB41322122}"/>
          </ac:spMkLst>
        </pc:spChg>
        <pc:spChg chg="add mod">
          <ac:chgData name="Cardoso, Pedro" userId="ee006439-85a0-498f-b89d-0754036c0812" providerId="ADAL" clId="{A37911E8-7C51-4F37-84AD-497340CEC656}" dt="2024-08-09T11:16:28.491" v="927"/>
          <ac:spMkLst>
            <pc:docMk/>
            <pc:sldMk cId="2823083646" sldId="258"/>
            <ac:spMk id="3" creationId="{BE903BD1-7492-8ADA-C1DE-AB44FAE47E97}"/>
          </ac:spMkLst>
        </pc:spChg>
        <pc:spChg chg="add mod">
          <ac:chgData name="Cardoso, Pedro" userId="ee006439-85a0-498f-b89d-0754036c0812" providerId="ADAL" clId="{A37911E8-7C51-4F37-84AD-497340CEC656}" dt="2024-08-09T11:16:28.491" v="927"/>
          <ac:spMkLst>
            <pc:docMk/>
            <pc:sldMk cId="2823083646" sldId="258"/>
            <ac:spMk id="6" creationId="{4A6D3B11-6E04-67DD-2E5E-E5EF9882F09C}"/>
          </ac:spMkLst>
        </pc:spChg>
        <pc:graphicFrameChg chg="mod modGraphic">
          <ac:chgData name="Cardoso, Pedro" userId="ee006439-85a0-498f-b89d-0754036c0812" providerId="ADAL" clId="{A37911E8-7C51-4F37-84AD-497340CEC656}" dt="2024-08-09T11:35:11.908" v="1005" actId="20577"/>
          <ac:graphicFrameMkLst>
            <pc:docMk/>
            <pc:sldMk cId="2823083646" sldId="258"/>
            <ac:graphicFrameMk id="4" creationId="{66C6E2E5-8FCC-4CA6-092E-05ABC3F9C97F}"/>
          </ac:graphicFrameMkLst>
        </pc:graphicFrameChg>
      </pc:sldChg>
      <pc:sldChg chg="addSp modSp add mod">
        <pc:chgData name="Cardoso, Pedro" userId="ee006439-85a0-498f-b89d-0754036c0812" providerId="ADAL" clId="{A37911E8-7C51-4F37-84AD-497340CEC656}" dt="2024-08-09T11:37:06.031" v="1125" actId="20577"/>
        <pc:sldMkLst>
          <pc:docMk/>
          <pc:sldMk cId="3869274370" sldId="259"/>
        </pc:sldMkLst>
        <pc:spChg chg="add mod">
          <ac:chgData name="Cardoso, Pedro" userId="ee006439-85a0-498f-b89d-0754036c0812" providerId="ADAL" clId="{A37911E8-7C51-4F37-84AD-497340CEC656}" dt="2024-08-09T11:16:29.152" v="928"/>
          <ac:spMkLst>
            <pc:docMk/>
            <pc:sldMk cId="3869274370" sldId="259"/>
            <ac:spMk id="2" creationId="{FDA9F1ED-D0AE-448D-E9A0-E936CDE0642C}"/>
          </ac:spMkLst>
        </pc:spChg>
        <pc:spChg chg="add mod">
          <ac:chgData name="Cardoso, Pedro" userId="ee006439-85a0-498f-b89d-0754036c0812" providerId="ADAL" clId="{A37911E8-7C51-4F37-84AD-497340CEC656}" dt="2024-08-09T11:16:29.152" v="928"/>
          <ac:spMkLst>
            <pc:docMk/>
            <pc:sldMk cId="3869274370" sldId="259"/>
            <ac:spMk id="3" creationId="{D9DEA1FD-127B-49C8-E2E9-3D899125209C}"/>
          </ac:spMkLst>
        </pc:spChg>
        <pc:spChg chg="mod">
          <ac:chgData name="Cardoso, Pedro" userId="ee006439-85a0-498f-b89d-0754036c0812" providerId="ADAL" clId="{A37911E8-7C51-4F37-84AD-497340CEC656}" dt="2024-08-09T11:06:38.838" v="676" actId="20577"/>
          <ac:spMkLst>
            <pc:docMk/>
            <pc:sldMk cId="3869274370" sldId="259"/>
            <ac:spMk id="5" creationId="{B7E67A8E-C4EE-2E68-D094-CEDFD1BFD3E7}"/>
          </ac:spMkLst>
        </pc:spChg>
        <pc:spChg chg="add mod">
          <ac:chgData name="Cardoso, Pedro" userId="ee006439-85a0-498f-b89d-0754036c0812" providerId="ADAL" clId="{A37911E8-7C51-4F37-84AD-497340CEC656}" dt="2024-08-09T11:16:29.152" v="928"/>
          <ac:spMkLst>
            <pc:docMk/>
            <pc:sldMk cId="3869274370" sldId="259"/>
            <ac:spMk id="6" creationId="{40E3BF6B-80F0-EF10-B546-137551973A0B}"/>
          </ac:spMkLst>
        </pc:spChg>
        <pc:graphicFrameChg chg="mod modGraphic">
          <ac:chgData name="Cardoso, Pedro" userId="ee006439-85a0-498f-b89d-0754036c0812" providerId="ADAL" clId="{A37911E8-7C51-4F37-84AD-497340CEC656}" dt="2024-08-09T11:37:06.031" v="1125" actId="20577"/>
          <ac:graphicFrameMkLst>
            <pc:docMk/>
            <pc:sldMk cId="3869274370" sldId="259"/>
            <ac:graphicFrameMk id="4" creationId="{66C6E2E5-8FCC-4CA6-092E-05ABC3F9C97F}"/>
          </ac:graphicFrameMkLst>
        </pc:graphicFrameChg>
      </pc:sldChg>
      <pc:sldChg chg="addSp modSp add mod">
        <pc:chgData name="Cardoso, Pedro" userId="ee006439-85a0-498f-b89d-0754036c0812" providerId="ADAL" clId="{A37911E8-7C51-4F37-84AD-497340CEC656}" dt="2024-08-09T11:37:57.937" v="1176" actId="20577"/>
        <pc:sldMkLst>
          <pc:docMk/>
          <pc:sldMk cId="3695857818" sldId="260"/>
        </pc:sldMkLst>
        <pc:spChg chg="add mod">
          <ac:chgData name="Cardoso, Pedro" userId="ee006439-85a0-498f-b89d-0754036c0812" providerId="ADAL" clId="{A37911E8-7C51-4F37-84AD-497340CEC656}" dt="2024-08-09T11:16:29.737" v="929"/>
          <ac:spMkLst>
            <pc:docMk/>
            <pc:sldMk cId="3695857818" sldId="260"/>
            <ac:spMk id="2" creationId="{ADD6DA72-BF0C-B873-A9DF-A2D849EC5698}"/>
          </ac:spMkLst>
        </pc:spChg>
        <pc:spChg chg="add mod">
          <ac:chgData name="Cardoso, Pedro" userId="ee006439-85a0-498f-b89d-0754036c0812" providerId="ADAL" clId="{A37911E8-7C51-4F37-84AD-497340CEC656}" dt="2024-08-09T11:16:29.737" v="929"/>
          <ac:spMkLst>
            <pc:docMk/>
            <pc:sldMk cId="3695857818" sldId="260"/>
            <ac:spMk id="3" creationId="{BA750573-D24D-5626-5CFB-2FF8FB5CBDED}"/>
          </ac:spMkLst>
        </pc:spChg>
        <pc:spChg chg="mod">
          <ac:chgData name="Cardoso, Pedro" userId="ee006439-85a0-498f-b89d-0754036c0812" providerId="ADAL" clId="{A37911E8-7C51-4F37-84AD-497340CEC656}" dt="2024-08-09T11:08:38.552" v="730" actId="20577"/>
          <ac:spMkLst>
            <pc:docMk/>
            <pc:sldMk cId="3695857818" sldId="260"/>
            <ac:spMk id="5" creationId="{B7E67A8E-C4EE-2E68-D094-CEDFD1BFD3E7}"/>
          </ac:spMkLst>
        </pc:spChg>
        <pc:spChg chg="add mod">
          <ac:chgData name="Cardoso, Pedro" userId="ee006439-85a0-498f-b89d-0754036c0812" providerId="ADAL" clId="{A37911E8-7C51-4F37-84AD-497340CEC656}" dt="2024-08-09T11:16:29.737" v="929"/>
          <ac:spMkLst>
            <pc:docMk/>
            <pc:sldMk cId="3695857818" sldId="260"/>
            <ac:spMk id="6" creationId="{08B94C40-E918-F1C9-2504-21D29AC4C015}"/>
          </ac:spMkLst>
        </pc:spChg>
        <pc:graphicFrameChg chg="mod modGraphic">
          <ac:chgData name="Cardoso, Pedro" userId="ee006439-85a0-498f-b89d-0754036c0812" providerId="ADAL" clId="{A37911E8-7C51-4F37-84AD-497340CEC656}" dt="2024-08-09T11:37:57.937" v="1176" actId="20577"/>
          <ac:graphicFrameMkLst>
            <pc:docMk/>
            <pc:sldMk cId="3695857818" sldId="260"/>
            <ac:graphicFrameMk id="4" creationId="{66C6E2E5-8FCC-4CA6-092E-05ABC3F9C97F}"/>
          </ac:graphicFrameMkLst>
        </pc:graphicFrameChg>
      </pc:sldChg>
      <pc:sldChg chg="addSp modSp add mod">
        <pc:chgData name="Cardoso, Pedro" userId="ee006439-85a0-498f-b89d-0754036c0812" providerId="ADAL" clId="{A37911E8-7C51-4F37-84AD-497340CEC656}" dt="2024-08-09T11:38:46.898" v="1234" actId="20577"/>
        <pc:sldMkLst>
          <pc:docMk/>
          <pc:sldMk cId="2852127733" sldId="261"/>
        </pc:sldMkLst>
        <pc:spChg chg="add mod">
          <ac:chgData name="Cardoso, Pedro" userId="ee006439-85a0-498f-b89d-0754036c0812" providerId="ADAL" clId="{A37911E8-7C51-4F37-84AD-497340CEC656}" dt="2024-08-09T11:16:30.342" v="930"/>
          <ac:spMkLst>
            <pc:docMk/>
            <pc:sldMk cId="2852127733" sldId="261"/>
            <ac:spMk id="2" creationId="{4082D9A0-5F8F-67CF-B880-D0F898ADEB50}"/>
          </ac:spMkLst>
        </pc:spChg>
        <pc:spChg chg="add mod">
          <ac:chgData name="Cardoso, Pedro" userId="ee006439-85a0-498f-b89d-0754036c0812" providerId="ADAL" clId="{A37911E8-7C51-4F37-84AD-497340CEC656}" dt="2024-08-09T11:16:30.342" v="930"/>
          <ac:spMkLst>
            <pc:docMk/>
            <pc:sldMk cId="2852127733" sldId="261"/>
            <ac:spMk id="3" creationId="{3860DE33-7E13-A8EC-BBE0-8D820E1C4D64}"/>
          </ac:spMkLst>
        </pc:spChg>
        <pc:spChg chg="mod">
          <ac:chgData name="Cardoso, Pedro" userId="ee006439-85a0-498f-b89d-0754036c0812" providerId="ADAL" clId="{A37911E8-7C51-4F37-84AD-497340CEC656}" dt="2024-08-09T11:10:29.625" v="793" actId="20577"/>
          <ac:spMkLst>
            <pc:docMk/>
            <pc:sldMk cId="2852127733" sldId="261"/>
            <ac:spMk id="5" creationId="{B7E67A8E-C4EE-2E68-D094-CEDFD1BFD3E7}"/>
          </ac:spMkLst>
        </pc:spChg>
        <pc:spChg chg="add mod">
          <ac:chgData name="Cardoso, Pedro" userId="ee006439-85a0-498f-b89d-0754036c0812" providerId="ADAL" clId="{A37911E8-7C51-4F37-84AD-497340CEC656}" dt="2024-08-09T11:16:30.342" v="930"/>
          <ac:spMkLst>
            <pc:docMk/>
            <pc:sldMk cId="2852127733" sldId="261"/>
            <ac:spMk id="6" creationId="{F8290A0C-7548-0947-E7C2-00D85C830A3F}"/>
          </ac:spMkLst>
        </pc:spChg>
        <pc:graphicFrameChg chg="mod modGraphic">
          <ac:chgData name="Cardoso, Pedro" userId="ee006439-85a0-498f-b89d-0754036c0812" providerId="ADAL" clId="{A37911E8-7C51-4F37-84AD-497340CEC656}" dt="2024-08-09T11:38:46.898" v="1234" actId="20577"/>
          <ac:graphicFrameMkLst>
            <pc:docMk/>
            <pc:sldMk cId="2852127733" sldId="261"/>
            <ac:graphicFrameMk id="4" creationId="{66C6E2E5-8FCC-4CA6-092E-05ABC3F9C97F}"/>
          </ac:graphicFrameMkLst>
        </pc:graphicFrameChg>
      </pc:sldChg>
      <pc:sldChg chg="addSp modSp add mod">
        <pc:chgData name="Cardoso, Pedro" userId="ee006439-85a0-498f-b89d-0754036c0812" providerId="ADAL" clId="{A37911E8-7C51-4F37-84AD-497340CEC656}" dt="2024-08-09T11:39:28.834" v="1283" actId="20577"/>
        <pc:sldMkLst>
          <pc:docMk/>
          <pc:sldMk cId="1046862339" sldId="262"/>
        </pc:sldMkLst>
        <pc:spChg chg="add mod">
          <ac:chgData name="Cardoso, Pedro" userId="ee006439-85a0-498f-b89d-0754036c0812" providerId="ADAL" clId="{A37911E8-7C51-4F37-84AD-497340CEC656}" dt="2024-08-09T11:16:30.947" v="931"/>
          <ac:spMkLst>
            <pc:docMk/>
            <pc:sldMk cId="1046862339" sldId="262"/>
            <ac:spMk id="2" creationId="{FD487EDE-BA7C-8F71-0CA3-43FEC16448D9}"/>
          </ac:spMkLst>
        </pc:spChg>
        <pc:spChg chg="add mod">
          <ac:chgData name="Cardoso, Pedro" userId="ee006439-85a0-498f-b89d-0754036c0812" providerId="ADAL" clId="{A37911E8-7C51-4F37-84AD-497340CEC656}" dt="2024-08-09T11:16:30.947" v="931"/>
          <ac:spMkLst>
            <pc:docMk/>
            <pc:sldMk cId="1046862339" sldId="262"/>
            <ac:spMk id="3" creationId="{A84063EE-F1D5-2D03-DBAD-EAEFF961CC5A}"/>
          </ac:spMkLst>
        </pc:spChg>
        <pc:spChg chg="mod">
          <ac:chgData name="Cardoso, Pedro" userId="ee006439-85a0-498f-b89d-0754036c0812" providerId="ADAL" clId="{A37911E8-7C51-4F37-84AD-497340CEC656}" dt="2024-08-09T11:12:45.288" v="862" actId="20577"/>
          <ac:spMkLst>
            <pc:docMk/>
            <pc:sldMk cId="1046862339" sldId="262"/>
            <ac:spMk id="5" creationId="{B7E67A8E-C4EE-2E68-D094-CEDFD1BFD3E7}"/>
          </ac:spMkLst>
        </pc:spChg>
        <pc:spChg chg="add mod">
          <ac:chgData name="Cardoso, Pedro" userId="ee006439-85a0-498f-b89d-0754036c0812" providerId="ADAL" clId="{A37911E8-7C51-4F37-84AD-497340CEC656}" dt="2024-08-09T11:16:30.947" v="931"/>
          <ac:spMkLst>
            <pc:docMk/>
            <pc:sldMk cId="1046862339" sldId="262"/>
            <ac:spMk id="6" creationId="{B2C346DC-47B9-0EA6-09FF-7B8374843493}"/>
          </ac:spMkLst>
        </pc:spChg>
        <pc:graphicFrameChg chg="mod modGraphic">
          <ac:chgData name="Cardoso, Pedro" userId="ee006439-85a0-498f-b89d-0754036c0812" providerId="ADAL" clId="{A37911E8-7C51-4F37-84AD-497340CEC656}" dt="2024-08-09T11:39:28.834" v="1283" actId="20577"/>
          <ac:graphicFrameMkLst>
            <pc:docMk/>
            <pc:sldMk cId="1046862339" sldId="262"/>
            <ac:graphicFrameMk id="4" creationId="{66C6E2E5-8FCC-4CA6-092E-05ABC3F9C97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9C49-F738-256E-A227-3BBAED5C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A0697-1F32-F042-A9BD-B15B4BDDB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31C6-22DC-9BF7-D51B-7B2B98A5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9C58-9E14-7842-55A7-2C6253BB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FBB2-F7EA-237C-DAA6-D8751CB4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1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D29C-9A40-5365-25E7-45E620EA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FB8C-EB4A-0017-E549-F9AC42FA4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2D900-9BEF-456A-5A3A-885C794B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FC58-E6DC-B695-70E9-501DB4CF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70A6-F576-FB2A-2D92-52EA8D56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55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0CAE-8D55-806C-3CA8-D6CDD40F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FFE25-9040-919F-228A-2D6CC960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1F48-E037-CB67-F3CC-759BC400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504EC-9739-55D2-91BA-CC98EBBF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0434-3289-0E34-CF55-92A705CE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98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95D3-4CEF-6199-93B5-79EC32DC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FD59-6DDE-4E77-A2D7-D43F47CB1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CA42-D9D3-4349-FAB6-519CC9D3F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13AF7-A84E-EDF4-81C0-01A6C972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0B859-155B-5371-5EB9-03034E45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F9D17-FA5B-FFAA-A0B8-9103A084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94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3CC1-4891-AFAC-DD78-6F8ECA8D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2EDCB-44D9-3847-E3C6-9E9E2A0F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2BD39-B196-5A3E-FAB7-A690B72C9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0314F-515D-9B14-FA9B-19512E3FF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59629-FC51-5546-F979-4A1AB1110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ECC5A-21D5-FD4E-E721-032B2F0A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95803-F912-943E-7BF2-F90BB51C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44F1E-CCCB-C9B4-555F-55C49A5A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10CF-B996-1E48-62CA-61076FC7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5F7C6-3083-2D07-6A67-4DFC85C4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30B42-5027-F22A-6161-E2559CA9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ED5F1-448B-B1AB-A16C-2B816C5A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02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43D99-C8A1-F3E4-04ED-355F9F14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FAE17-39F7-9358-124A-EA090ACD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8ADBA-E083-5F74-3896-6E279FDB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18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BDC1-FE55-378F-2326-36047C9F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ED-2DF4-0F12-25E1-C623B42BB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1F47C-59E9-058B-279F-92A110BB3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62B64-381F-E65E-2898-EC9B0857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2E8B2-FB3C-60C7-8787-8CCF540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ED175-582E-FBCB-DC70-7D2DC549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91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3BE6-3B16-00B8-285A-0F86FBBA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5AF8A-D739-8068-B30E-90FCABF1F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43C32-98AC-B8FD-BBB1-98E47DBFA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B6D89-1712-4A05-6065-BF4F9D5E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16614-BD5B-73FA-B320-2DE6036D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0326-A77F-334A-3B24-C1AE0DA8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B7E1-C816-6C0E-6B60-C25C1268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3819-EEFB-D13B-405A-9D9FEFE1D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1247-8847-0CB4-B2CB-CA2CE4B3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2506-C855-237C-84CF-9EB4F526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84055-2FC2-53B8-87FC-6F827035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069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C0A9B-FDC4-8101-00E9-F8454190B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E0E82-1C93-0A5C-EBBA-D4EAAE0EC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CDBC-9398-2153-E659-954AC05F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6E21-FB8D-1E2A-699C-0842C1A5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6D6E7-78A5-F9E3-5D32-54C0CCA0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87CC0-1526-1F9A-EAFA-1B1D5476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C9093-F811-1C23-F8DC-5E42F976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1B070-F0DE-290E-294C-1A2667C8A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202D8-5BD7-4544-8F96-87C05092BB09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358E-617C-EA00-079A-4727AE47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B7DE0-C040-331B-3BF4-5C9F39F8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A2F20F-6707-7199-81CD-25CBDB76ACFE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42039-785F-E524-711B-9E43C97D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2" y="215361"/>
            <a:ext cx="10888595" cy="4467849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72D15E56-72E6-6E7D-D262-CA2B00FC4A32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CD604-FED6-5988-D56B-BDF23855FE4B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415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15311"/>
              </p:ext>
            </p:extLst>
          </p:nvPr>
        </p:nvGraphicFramePr>
        <p:xfrm>
          <a:off x="717550" y="1310216"/>
          <a:ext cx="105690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44944213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1520225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621369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(n=149,123)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(n=5,585)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(n=18,863)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(n=300)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(n=362)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Metformin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5FA58-0658-DE30-EE58-A759F7EEF13D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55321E9-8D4A-6A3F-6A58-38C2A4A23D81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C47EC-D2B4-47D3-2616-F4351202F5EF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402043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318232"/>
              </p:ext>
            </p:extLst>
          </p:nvPr>
        </p:nvGraphicFramePr>
        <p:xfrm>
          <a:off x="717550" y="1310216"/>
          <a:ext cx="947336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44944213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152022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(n=79,761)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(n=10,875)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(n=4,830)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(n=1,147)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(n=1,009)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DPP4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5414E-08EF-96DA-2C41-F2FB41322122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E903BD1-7492-8ADA-C1DE-AB44FAE47E97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D3B11-6E04-67DD-2E5E-E5EF9882F09C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282308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259627"/>
              </p:ext>
            </p:extLst>
          </p:nvPr>
        </p:nvGraphicFramePr>
        <p:xfrm>
          <a:off x="717550" y="1310216"/>
          <a:ext cx="837764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449442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(n=52,263)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(n=8,980)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(n=2,914)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(n=1,104)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(n=1,016)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SGLT2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9F1ED-D0AE-448D-E9A0-E936CDE0642C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D9DEA1FD-127B-49C8-E2E9-3D899125209C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BF6B-80F0-EF10-B546-137551973A0B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386927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075457"/>
              </p:ext>
            </p:extLst>
          </p:nvPr>
        </p:nvGraphicFramePr>
        <p:xfrm>
          <a:off x="717550" y="1310216"/>
          <a:ext cx="947336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44944213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152022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(n=19,018)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(n=3,099)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74.64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(n=808)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95.05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(n=613)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(n=530)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GLP1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D6DA72-BF0C-B873-A9DF-A2D849EC5698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A750573-D24D-5626-5CFB-2FF8FB5CBDED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94C40-E918-F1C9-2504-21D29AC4C015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369585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58164"/>
              </p:ext>
            </p:extLst>
          </p:nvPr>
        </p:nvGraphicFramePr>
        <p:xfrm>
          <a:off x="717550" y="1310216"/>
          <a:ext cx="105690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449442134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1520225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621369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(n=47,893)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88.41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(n=9,665)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72.74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(n=3,906)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(n=733)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(n=803)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2D9A0-5F8F-67CF-B880-D0F898ADEB50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3860DE33-7E13-A8EC-BBE0-8D820E1C4D64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90A0C-7548-0947-E7C2-00D85C830A3F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285212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6E2E5-8FCC-4CA6-092E-05ABC3F9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526428"/>
              </p:ext>
            </p:extLst>
          </p:nvPr>
        </p:nvGraphicFramePr>
        <p:xfrm>
          <a:off x="717550" y="1310216"/>
          <a:ext cx="728191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273">
                  <a:extLst>
                    <a:ext uri="{9D8B030D-6E8A-4147-A177-3AD203B41FA5}">
                      <a16:colId xmlns:a16="http://schemas.microsoft.com/office/drawing/2014/main" val="2591732828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15166983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2575733845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485148647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1824331962"/>
                    </a:ext>
                  </a:extLst>
                </a:gridCol>
                <a:gridCol w="1095728">
                  <a:extLst>
                    <a:ext uri="{9D8B030D-6E8A-4147-A177-3AD203B41FA5}">
                      <a16:colId xmlns:a16="http://schemas.microsoft.com/office/drawing/2014/main" val="308086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GB" dirty="0"/>
                        <a:t>Drug periods recorded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2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 (n=5,035)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7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 (n=1,241)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9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(n=222)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(n=133)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87.97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9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(n=78)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 (n=4)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979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67A8E-C4EE-2E68-D094-CEDFD1BFD3E7}"/>
              </a:ext>
            </a:extLst>
          </p:cNvPr>
          <p:cNvSpPr txBox="1"/>
          <p:nvPr/>
        </p:nvSpPr>
        <p:spPr>
          <a:xfrm>
            <a:off x="23495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TZD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487EDE-BA7C-8F71-0CA3-43FEC16448D9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84063EE-F1D5-2D03-DBAD-EAEFF961CC5A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346DC-47B9-0EA6-09FF-7B8374843493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104686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1081</Words>
  <Application>Microsoft Office PowerPoint</Application>
  <PresentationFormat>Widescreen</PresentationFormat>
  <Paragraphs>404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Cardoso, Pedro</dc:creator>
  <cp:lastModifiedBy>Cardoso, Pedro</cp:lastModifiedBy>
  <cp:revision>1</cp:revision>
  <dcterms:created xsi:type="dcterms:W3CDTF">2024-08-08T15:36:50Z</dcterms:created>
  <dcterms:modified xsi:type="dcterms:W3CDTF">2024-08-09T11:39:37Z</dcterms:modified>
</cp:coreProperties>
</file>