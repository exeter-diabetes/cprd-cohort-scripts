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7911E8-7C51-4F37-84AD-497340CEC656}" v="2" dt="2024-08-08T16:38:14.8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doso, Pedro" userId="ee006439-85a0-498f-b89d-0754036c0812" providerId="ADAL" clId="{A37911E8-7C51-4F37-84AD-497340CEC656}"/>
    <pc:docChg chg="undo custSel addSld modSld">
      <pc:chgData name="Cardoso, Pedro" userId="ee006439-85a0-498f-b89d-0754036c0812" providerId="ADAL" clId="{A37911E8-7C51-4F37-84AD-497340CEC656}" dt="2024-08-08T16:38:27.049" v="443" actId="14100"/>
      <pc:docMkLst>
        <pc:docMk/>
      </pc:docMkLst>
      <pc:sldChg chg="addSp delSp modSp new mod">
        <pc:chgData name="Cardoso, Pedro" userId="ee006439-85a0-498f-b89d-0754036c0812" providerId="ADAL" clId="{A37911E8-7C51-4F37-84AD-497340CEC656}" dt="2024-08-08T16:38:27.049" v="443" actId="14100"/>
        <pc:sldMkLst>
          <pc:docMk/>
          <pc:sldMk cId="415711276" sldId="256"/>
        </pc:sldMkLst>
        <pc:spChg chg="del">
          <ac:chgData name="Cardoso, Pedro" userId="ee006439-85a0-498f-b89d-0754036c0812" providerId="ADAL" clId="{A37911E8-7C51-4F37-84AD-497340CEC656}" dt="2024-08-08T15:37:00.731" v="1" actId="478"/>
          <ac:spMkLst>
            <pc:docMk/>
            <pc:sldMk cId="415711276" sldId="256"/>
            <ac:spMk id="2" creationId="{02F6E892-9C2B-BD65-8A16-09A6E80F3481}"/>
          </ac:spMkLst>
        </pc:spChg>
        <pc:spChg chg="del">
          <ac:chgData name="Cardoso, Pedro" userId="ee006439-85a0-498f-b89d-0754036c0812" providerId="ADAL" clId="{A37911E8-7C51-4F37-84AD-497340CEC656}" dt="2024-08-08T15:37:00.731" v="1" actId="478"/>
          <ac:spMkLst>
            <pc:docMk/>
            <pc:sldMk cId="415711276" sldId="256"/>
            <ac:spMk id="3" creationId="{F61AB5C8-A84A-FEEE-B796-F977AAF595A6}"/>
          </ac:spMkLst>
        </pc:spChg>
        <pc:spChg chg="add mod">
          <ac:chgData name="Cardoso, Pedro" userId="ee006439-85a0-498f-b89d-0754036c0812" providerId="ADAL" clId="{A37911E8-7C51-4F37-84AD-497340CEC656}" dt="2024-08-08T16:37:56.425" v="410" actId="1076"/>
          <ac:spMkLst>
            <pc:docMk/>
            <pc:sldMk cId="415711276" sldId="256"/>
            <ac:spMk id="4" creationId="{B5A2F20F-6707-7199-81CD-25CBDB76ACFE}"/>
          </ac:spMkLst>
        </pc:spChg>
        <pc:spChg chg="add">
          <ac:chgData name="Cardoso, Pedro" userId="ee006439-85a0-498f-b89d-0754036c0812" providerId="ADAL" clId="{A37911E8-7C51-4F37-84AD-497340CEC656}" dt="2024-08-08T16:38:10.277" v="411" actId="11529"/>
          <ac:spMkLst>
            <pc:docMk/>
            <pc:sldMk cId="415711276" sldId="256"/>
            <ac:spMk id="7" creationId="{72D15E56-72E6-6E7D-D262-CA2B00FC4A32}"/>
          </ac:spMkLst>
        </pc:spChg>
        <pc:spChg chg="add mod">
          <ac:chgData name="Cardoso, Pedro" userId="ee006439-85a0-498f-b89d-0754036c0812" providerId="ADAL" clId="{A37911E8-7C51-4F37-84AD-497340CEC656}" dt="2024-08-08T16:38:27.049" v="443" actId="14100"/>
          <ac:spMkLst>
            <pc:docMk/>
            <pc:sldMk cId="415711276" sldId="256"/>
            <ac:spMk id="8" creationId="{E68CD604-FED6-5988-D56B-BDF23855FE4B}"/>
          </ac:spMkLst>
        </pc:spChg>
        <pc:picChg chg="add mod">
          <ac:chgData name="Cardoso, Pedro" userId="ee006439-85a0-498f-b89d-0754036c0812" providerId="ADAL" clId="{A37911E8-7C51-4F37-84AD-497340CEC656}" dt="2024-08-08T16:37:10.634" v="381" actId="1076"/>
          <ac:picMkLst>
            <pc:docMk/>
            <pc:sldMk cId="415711276" sldId="256"/>
            <ac:picMk id="6" creationId="{76242039-785F-E524-711B-9E43C97DD34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D9C49-F738-256E-A227-3BBAED5C6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4A0697-1F32-F042-A9BD-B15B4BDDB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431C6-22DC-9BF7-D51B-7B2B98A5D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02D8-5BD7-4544-8F96-87C05092BB09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B9C58-9E14-7842-55A7-2C6253BBF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5FBB2-F7EA-237C-DAA6-D8751CB41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7EDD-BE4E-4933-A1E7-1F1DD21FA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3011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4D29C-9A40-5365-25E7-45E620EA0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FFB8C-EB4A-0017-E549-F9AC42FA4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2D900-9BEF-456A-5A3A-885C794B9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02D8-5BD7-4544-8F96-87C05092BB09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9FC58-E6DC-B695-70E9-501DB4CFE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A70A6-F576-FB2A-2D92-52EA8D560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7EDD-BE4E-4933-A1E7-1F1DD21FA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4554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10CAE-8D55-806C-3CA8-D6CDD40F1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FFE25-9040-919F-228A-2D6CC9607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11F48-E037-CB67-F3CC-759BC400C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02D8-5BD7-4544-8F96-87C05092BB09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504EC-9739-55D2-91BA-CC98EBBFB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50434-3289-0E34-CF55-92A705CED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7EDD-BE4E-4933-A1E7-1F1DD21FA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9989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A95D3-4CEF-6199-93B5-79EC32DCA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EFD59-6DDE-4E77-A2D7-D43F47CB1C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A1CA42-D9D3-4349-FAB6-519CC9D3F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13AF7-A84E-EDF4-81C0-01A6C972B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02D8-5BD7-4544-8F96-87C05092BB09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0B859-155B-5371-5EB9-03034E45B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F9D17-FA5B-FFAA-A0B8-9103A0841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7EDD-BE4E-4933-A1E7-1F1DD21FA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948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E3CC1-4891-AFAC-DD78-6F8ECA8D2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2EDCB-44D9-3847-E3C6-9E9E2A0FA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2BD39-B196-5A3E-FAB7-A690B72C9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F0314F-515D-9B14-FA9B-19512E3FF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859629-FC51-5546-F979-4A1AB11100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4ECC5A-21D5-FD4E-E721-032B2F0AC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02D8-5BD7-4544-8F96-87C05092BB09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C95803-F912-943E-7BF2-F90BB51CD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944F1E-CCCB-C9B4-555F-55C49A5A8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7EDD-BE4E-4933-A1E7-1F1DD21FA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0568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310CF-B996-1E48-62CA-61076FC7E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25F7C6-3083-2D07-6A67-4DFC85C4D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02D8-5BD7-4544-8F96-87C05092BB09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30B42-5027-F22A-6161-E2559CA97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5ED5F1-448B-B1AB-A16C-2B816C5A6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7EDD-BE4E-4933-A1E7-1F1DD21FA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402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043D99-C8A1-F3E4-04ED-355F9F141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02D8-5BD7-4544-8F96-87C05092BB09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9FAE17-39F7-9358-124A-EA090ACDC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8ADBA-E083-5F74-3896-6E279FDB6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7EDD-BE4E-4933-A1E7-1F1DD21FA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182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FBDC1-FE55-378F-2326-36047C9F3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FF5ED-2DF4-0F12-25E1-C623B42BB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F1F47C-59E9-058B-279F-92A110BB3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62B64-381F-E65E-2898-EC9B08578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02D8-5BD7-4544-8F96-87C05092BB09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2E8B2-FB3C-60C7-8787-8CCF5404D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ED175-582E-FBCB-DC70-7D2DC549E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7EDD-BE4E-4933-A1E7-1F1DD21FA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910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93BE6-3B16-00B8-285A-0F86FBBA7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65AF8A-D739-8068-B30E-90FCABF1FD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E43C32-98AC-B8FD-BBB1-98E47DBFA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B6D89-1712-4A05-6065-BF4F9D5E0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02D8-5BD7-4544-8F96-87C05092BB09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16614-BD5B-73FA-B320-2DE6036D2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B0326-A77F-334A-3B24-C1AE0DA8E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7EDD-BE4E-4933-A1E7-1F1DD21FA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05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B7E1-C816-6C0E-6B60-C25C12681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A23819-EEFB-D13B-405A-9D9FEFE1D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1247-8847-0CB4-B2CB-CA2CE4B30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02D8-5BD7-4544-8F96-87C05092BB09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B2506-C855-237C-84CF-9EB4F526E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84055-2FC2-53B8-87FC-6F8270354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7EDD-BE4E-4933-A1E7-1F1DD21FA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069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8C0A9B-FDC4-8101-00E9-F8454190B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2E0E82-1C93-0A5C-EBBA-D4EAAE0EC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9CDBC-9398-2153-E659-954AC05FE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02D8-5BD7-4544-8F96-87C05092BB09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36E21-FB8D-1E2A-699C-0842C1A53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6D6E7-78A5-F9E3-5D32-54C0CCA06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E7EDD-BE4E-4933-A1E7-1F1DD21FA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481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587CC0-1526-1F9A-EAFA-1B1D54766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C9093-F811-1C23-F8DC-5E42F976E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1B070-F0DE-290E-294C-1A2667C8A5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2202D8-5BD7-4544-8F96-87C05092BB09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1358E-617C-EA00-079A-4727AE4758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B7DE0-C040-331B-3BF4-5C9F39F8F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BE7EDD-BE4E-4933-A1E7-1F1DD21FA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461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A2F20F-6707-7199-81CD-25CBDB76ACFE}"/>
              </a:ext>
            </a:extLst>
          </p:cNvPr>
          <p:cNvSpPr txBox="1"/>
          <p:nvPr/>
        </p:nvSpPr>
        <p:spPr>
          <a:xfrm>
            <a:off x="3234871" y="4683210"/>
            <a:ext cx="78268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Rules:</a:t>
            </a:r>
          </a:p>
          <a:p>
            <a:r>
              <a:rPr lang="en-GB" dirty="0"/>
              <a:t>0. </a:t>
            </a:r>
            <a:r>
              <a:rPr lang="en-GB" i="1" dirty="0" err="1"/>
              <a:t>timeondrug</a:t>
            </a:r>
            <a:r>
              <a:rPr lang="en-GB" dirty="0"/>
              <a:t> bigger than 91 / 183 / 365 (not represented here)</a:t>
            </a:r>
          </a:p>
          <a:p>
            <a:r>
              <a:rPr lang="en-GB" dirty="0"/>
              <a:t>1. </a:t>
            </a:r>
            <a:r>
              <a:rPr lang="en-GB" i="1" dirty="0" err="1"/>
              <a:t>timeondrug</a:t>
            </a:r>
            <a:r>
              <a:rPr lang="en-GB" dirty="0"/>
              <a:t> less than 91 / 183 / 365</a:t>
            </a:r>
          </a:p>
          <a:p>
            <a:r>
              <a:rPr lang="en-GB" dirty="0"/>
              <a:t>2. </a:t>
            </a:r>
            <a:r>
              <a:rPr lang="en-GB" i="1" dirty="0" err="1"/>
              <a:t>nextremdrug</a:t>
            </a:r>
            <a:r>
              <a:rPr lang="en-GB" dirty="0"/>
              <a:t> = NA (represents a break in the current drug before restarting)</a:t>
            </a:r>
          </a:p>
          <a:p>
            <a:r>
              <a:rPr lang="en-GB" dirty="0"/>
              <a:t>3. </a:t>
            </a:r>
            <a:r>
              <a:rPr lang="en-GB" i="1" dirty="0" err="1"/>
              <a:t>nextremdrug</a:t>
            </a:r>
            <a:r>
              <a:rPr lang="en-GB" dirty="0"/>
              <a:t> = different drug removed from row drug class</a:t>
            </a:r>
          </a:p>
          <a:p>
            <a:r>
              <a:rPr lang="en-GB" dirty="0"/>
              <a:t>4. </a:t>
            </a:r>
            <a:r>
              <a:rPr lang="en-GB" i="1" dirty="0" err="1"/>
              <a:t>timetolastpx</a:t>
            </a:r>
            <a:r>
              <a:rPr lang="en-GB" i="1" dirty="0"/>
              <a:t> – </a:t>
            </a:r>
            <a:r>
              <a:rPr lang="en-GB" i="1" dirty="0" err="1"/>
              <a:t>timeondrug</a:t>
            </a:r>
            <a:r>
              <a:rPr lang="en-GB" dirty="0"/>
              <a:t> &lt; 91 / 183</a:t>
            </a:r>
          </a:p>
          <a:p>
            <a:r>
              <a:rPr lang="en-GB" dirty="0"/>
              <a:t>NA. anything else (</a:t>
            </a:r>
            <a:r>
              <a:rPr lang="en-GB" b="1" dirty="0"/>
              <a:t>what thought??</a:t>
            </a:r>
            <a:r>
              <a:rPr lang="en-GB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242039-785F-E524-711B-9E43C97DD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02" y="215361"/>
            <a:ext cx="10888595" cy="4467849"/>
          </a:xfrm>
          <a:prstGeom prst="rect">
            <a:avLst/>
          </a:prstGeom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72D15E56-72E6-6E7D-D262-CA2B00FC4A32}"/>
              </a:ext>
            </a:extLst>
          </p:cNvPr>
          <p:cNvSpPr/>
          <p:nvPr/>
        </p:nvSpPr>
        <p:spPr>
          <a:xfrm>
            <a:off x="2901950" y="5594350"/>
            <a:ext cx="196850" cy="104828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8CD604-FED6-5988-D56B-BDF23855FE4B}"/>
              </a:ext>
            </a:extLst>
          </p:cNvPr>
          <p:cNvSpPr txBox="1"/>
          <p:nvPr/>
        </p:nvSpPr>
        <p:spPr>
          <a:xfrm>
            <a:off x="651702" y="5867400"/>
            <a:ext cx="2114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Old Rules:</a:t>
            </a:r>
          </a:p>
          <a:p>
            <a:r>
              <a:rPr lang="en-GB" dirty="0"/>
              <a:t>These would be NA</a:t>
            </a:r>
          </a:p>
        </p:txBody>
      </p:sp>
    </p:spTree>
    <p:extLst>
      <p:ext uri="{BB962C8B-B14F-4D97-AF65-F5344CB8AC3E}">
        <p14:creationId xmlns:p14="http://schemas.microsoft.com/office/powerpoint/2010/main" val="415711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12a5d77-fb98-4eee-af32-1334d8f04a53}" enabled="0" method="" siteId="{912a5d77-fb98-4eee-af32-1334d8f04a5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78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Cardoso, Pedro</dc:creator>
  <cp:lastModifiedBy>Cardoso, Pedro</cp:lastModifiedBy>
  <cp:revision>1</cp:revision>
  <dcterms:created xsi:type="dcterms:W3CDTF">2024-08-08T15:36:50Z</dcterms:created>
  <dcterms:modified xsi:type="dcterms:W3CDTF">2024-08-08T16:38:27Z</dcterms:modified>
</cp:coreProperties>
</file>